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912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404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82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7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844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40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50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12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29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30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094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681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937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136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44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4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84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AC4288-C8A1-4907-AEBC-3FACB48A1AB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7546D6A-203B-45D9-8C70-8872C2DD1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24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FF98-523A-4CA4-A613-173D20AC7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7227"/>
            <a:ext cx="9144000" cy="2019301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Household Expense Management &amp;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A23CD-90FA-4D62-AE88-3768C3DFF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4825"/>
            <a:ext cx="9144000" cy="942974"/>
          </a:xfrm>
        </p:spPr>
        <p:txBody>
          <a:bodyPr/>
          <a:lstStyle/>
          <a:p>
            <a:r>
              <a:rPr lang="en-GB" dirty="0"/>
              <a:t>                                                               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 Aarti Kejbhat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60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6001-42CF-4BFF-AD18-DE139CDF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2"/>
            <a:ext cx="10515600" cy="1850457"/>
          </a:xfrm>
        </p:spPr>
        <p:txBody>
          <a:bodyPr>
            <a:normAutofit/>
          </a:bodyPr>
          <a:lstStyle/>
          <a:p>
            <a:r>
              <a:rPr lang="en-US" b="1" dirty="0"/>
              <a:t>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C42803-EC2E-445A-A536-0B135E0B89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3105"/>
            <a:ext cx="918210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 expenses occur across different categories.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and tracking expenses manually is difficult.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identify which categories have the highest spending.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spending patterns are not easily visible.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and high-value expenses need proper tracking. </a:t>
            </a:r>
          </a:p>
        </p:txBody>
      </p:sp>
    </p:spTree>
    <p:extLst>
      <p:ext uri="{BB962C8B-B14F-4D97-AF65-F5344CB8AC3E}">
        <p14:creationId xmlns:p14="http://schemas.microsoft.com/office/powerpoint/2010/main" val="90881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2F47-37CA-4745-B645-EFAE34D40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231B8-7CC9-4AFF-BD32-D82568C9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we want to achieve?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household spending patterns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expenses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recurring expenses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payment behaviour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pending payments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practical recommendations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08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88BAB-0E1F-407D-B65B-23A9EBA32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Constraints &amp; Challenges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7E5DE9D-5066-4F6B-B1A2-9AB4803E7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72318"/>
            <a:ext cx="7617342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Collecting real household expense data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Possibility of data-entry errors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information was not available for every transaction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numbers were not available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classifying some expenses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historical data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expense details were incomplete </a:t>
            </a:r>
          </a:p>
        </p:txBody>
      </p:sp>
    </p:spTree>
    <p:extLst>
      <p:ext uri="{BB962C8B-B14F-4D97-AF65-F5344CB8AC3E}">
        <p14:creationId xmlns:p14="http://schemas.microsoft.com/office/powerpoint/2010/main" val="371994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62661-D5C8-4085-986C-A1A6D55B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E67F1-8AE3-4C14-AFD6-311DAF4A6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42686"/>
            <a:ext cx="10018713" cy="3548515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Three-Month Period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2026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2026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2026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Records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50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June: 16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July: 17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August: 17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6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0712A-DF50-468A-A1B1-9677058D9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0"/>
            <a:ext cx="10515600" cy="6248400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Expenses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Livestock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Grocery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Utilities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expenses 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household expense records 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Limitations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three months of historical data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vendor/details were unavailable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5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C208-5C10-480A-84BC-9ED27B4CB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5888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Three-Month Analysis</a:t>
            </a:r>
            <a:br>
              <a:rPr lang="en-IN" dirty="0"/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Spending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D7973-4AAE-47D7-B35E-6B7D13A1E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051"/>
            <a:ext cx="10515600" cy="432891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418F8-CF65-401C-81F6-E7A0E1A1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926" y="2272199"/>
            <a:ext cx="6833937" cy="2040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8B0DFF-0C93-4F02-9020-EE093A6A6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062" y="4475747"/>
            <a:ext cx="5265019" cy="170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3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787F-B370-472E-A4E1-5EB9C24F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00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3D2482-2745-4864-8A4B-FEC1C2643E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67573"/>
            <a:ext cx="9490098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was the highest-expense month, with total spending of ₹95,116.60.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was the lowest-expense month, with total spending of ₹53,994.60.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expenses decreased by ₹41,122 from June to August.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 was the highest spending category, with ₹53,000.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Livestock was the second-highest spending category, with ₹46,100.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had the highest average expense per transaction, at ₹8,044.50.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was the most frequently used payment method, with 31 transactions. </a:t>
            </a:r>
          </a:p>
        </p:txBody>
      </p:sp>
    </p:spTree>
    <p:extLst>
      <p:ext uri="{BB962C8B-B14F-4D97-AF65-F5344CB8AC3E}">
        <p14:creationId xmlns:p14="http://schemas.microsoft.com/office/powerpoint/2010/main" val="260512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A2BF9-1044-4F8D-9C7C-A7A0A3B7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Recommendations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DF274-63D9-46BF-8728-9D7691745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major Farming and Livestock expenses in advance.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 separate budget for high-value expenses.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use of digital payments for easier expense tracking.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recurring expenses regularly and reduce unnecessary spending.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monthly spending to maintain better budget control.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9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55837-D0DB-4985-813B-A49D63EA2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625"/>
            <a:ext cx="10515600" cy="603885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Conclusion</a:t>
            </a: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SQL analysis helped identify major spending areas, monthly spending patterns, payment behaviour and high-value expenses. Farming, Livestock and Education were the major spending areas. Proper budgeting and regular expense monitoring can help the family manage household expenses more effectively.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85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C170D-4B1A-4E3F-8737-5C58ADE9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6768"/>
            <a:ext cx="10515600" cy="5580197"/>
          </a:xfrm>
        </p:spPr>
        <p:txBody>
          <a:bodyPr>
            <a:normAutofit/>
          </a:bodyPr>
          <a:lstStyle/>
          <a:p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</a:p>
          <a:p>
            <a:pPr marL="0" indent="0">
              <a:buNone/>
            </a:pPr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T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hank You…!</a:t>
            </a:r>
          </a:p>
        </p:txBody>
      </p:sp>
    </p:spTree>
    <p:extLst>
      <p:ext uri="{BB962C8B-B14F-4D97-AF65-F5344CB8AC3E}">
        <p14:creationId xmlns:p14="http://schemas.microsoft.com/office/powerpoint/2010/main" val="272929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87</TotalTime>
  <Words>386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Times New Roman</vt:lpstr>
      <vt:lpstr>Parallax</vt:lpstr>
      <vt:lpstr>Personal Household Expense Management &amp; Analysis</vt:lpstr>
      <vt:lpstr>                 Business Understanding </vt:lpstr>
      <vt:lpstr>                        Objectives</vt:lpstr>
      <vt:lpstr>             Constraints &amp; Challenges</vt:lpstr>
      <vt:lpstr>                    Data Understanding</vt:lpstr>
      <vt:lpstr>PowerPoint Presentation</vt:lpstr>
      <vt:lpstr>          Three-Month Analysis Overall Spending </vt:lpstr>
      <vt:lpstr>Key Insights</vt:lpstr>
      <vt:lpstr>      Recommendations &amp; 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Household Expense Management &amp; Analysis</dc:title>
  <dc:creator>DELL</dc:creator>
  <cp:lastModifiedBy>DELL</cp:lastModifiedBy>
  <cp:revision>10</cp:revision>
  <dcterms:created xsi:type="dcterms:W3CDTF">2026-09-06T08:43:03Z</dcterms:created>
  <dcterms:modified xsi:type="dcterms:W3CDTF">2026-09-07T03:14:57Z</dcterms:modified>
</cp:coreProperties>
</file>